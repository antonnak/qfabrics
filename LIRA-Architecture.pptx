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RA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eadership </a:t>
            </a:r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ntelligence &amp; </a:t>
            </a:r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ecruitment </a:t>
            </a:r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ssistant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executive recruiting agent built on DeepAgents framework with LangChain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at a glance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11680" cy="182880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Available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file + 4 external + 1 subagent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2011680" cy="182880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Lines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instructions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2011680" cy="182880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Traits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4 quotients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645920"/>
            <a:ext cx="2011680" cy="182880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Tiers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+ Blob + NFS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Layers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2011680" cy="548640"/>
          </a:xfrm>
          <a:prstGeom prst="rect">
            <a:avLst/>
          </a:prstGeom>
          <a:solidFill>
            <a:srgbClr val="0A0A0A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Interfaces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Web UI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4206240"/>
            <a:ext cx="2011680" cy="548640"/>
          </a:xfrm>
          <a:prstGeom prst="rect">
            <a:avLst/>
          </a:prstGeom>
          <a:solidFill>
            <a:srgbClr val="0A0A0A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LIRA AI Agent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4526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+ Claude Opus 4.5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4206240"/>
            <a:ext cx="2011680" cy="548640"/>
          </a:xfrm>
          <a:prstGeom prst="rect">
            <a:avLst/>
          </a:prstGeom>
          <a:solidFill>
            <a:srgbClr val="0A0A0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Storage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526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+ Blob + NFS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4206240"/>
            <a:ext cx="2011680" cy="548640"/>
          </a:xfrm>
          <a:prstGeom prst="rect">
            <a:avLst/>
          </a:prstGeom>
          <a:solidFill>
            <a:srgbClr val="0A0A0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4526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Deliverables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Interfaces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primary entry points for user interaction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Email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Microsoft Graph Webhook
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notifications
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Azure Functions backend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Email-to-chat routing • Auto-reply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extraction • Thread continuity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004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Web UI (Chat)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Next.js 15 App Router
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streaming (WIP)
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upload support
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/candidates/ browser • /positions/ browser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/templates/ viewer • Document previews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LIRA AI Agent 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Framework + LangChain powered by Claude Opus 4.5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1097280"/>
          </a:xfrm>
          <a:prstGeom prst="roundRect">
            <a:avLst/>
          </a:prstGeom>
          <a:solidFill>
            <a:srgbClr val="001A0D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4.5 (Anthropic)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reasoning &amp; tool execution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2743200" cy="201168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File Operations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DeepAgents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 •  read_file  •  write_file  •  edit_file  •  glob  •  grep  •  write_todos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743200"/>
            <a:ext cx="2743200" cy="201168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External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integrations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3474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  •  send_email  •  search_contacts  •  copy_file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743200"/>
            <a:ext cx="2743200" cy="201168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Subagent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3474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Tools Available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tool inventory for the LIRA agent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directory contents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file with line numbers (offset/limit)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file (fails if exists)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edit_file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existing file via string replacement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2651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files by pattern (e.g., **/*.md)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file contents with regex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write_todos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tasks and multi-step operations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7744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web via Tavily 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3931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send_email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7744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email from LIRA mailbox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4251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search_contacts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37744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M365 directory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4572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copy_file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7744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.md files directly to NFS (0 tokens)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4892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5212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77440" y="5212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subagent for complex multi-candidate tasks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06640" y="5212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1,286 lines of comprehensive instructions in lira-base-prompt.md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Contents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Role: Executive recruiting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File system architecture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Tool usage guidelines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Candidate workflow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Position workflow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Screening methodology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Scorecard evaluation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Leadership traits assessment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Interview preparation guidelines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01168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(NFS /templates/)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candidate_dossier_template.md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candidates_metadata.md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positions_metadata.md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scorecard_evaluation_guide.md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interview_pack_template.md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3474720"/>
            <a:ext cx="3931920" cy="109728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Injection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• userEmail • chatId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candidateId • positionId • emailMetadata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Storage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storage architecture for different data types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292608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(accounts)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 (sessions)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Message_v2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Vote_v2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EmailThread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queries • Transactions • Drizzle ORM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77440" y="1371600"/>
            <a:ext cx="2011680" cy="292608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 Storage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/uploads/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194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PDFs, DOCx, PPTx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Images, XLSx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Shareable URLs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150-200ms • Write: 200-300ms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1371600"/>
            <a:ext cx="2011680" cy="292608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Files NFS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secured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194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/candidates/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/positions/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/templates/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10-50x faster: 5-50ms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83680" y="1371600"/>
            <a:ext cx="2011680" cy="292608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/scratch.md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/notes.txt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/workspace/*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• Lost on turn end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77440" y="4389120"/>
            <a:ext cx="4389120" cy="457200"/>
          </a:xfrm>
          <a:prstGeom prst="roundRect">
            <a:avLst/>
          </a:prstGeom>
          <a:solidFill>
            <a:srgbClr val="1A0D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Extraction: Azure Content Understanding + Gemini (visual enrichment)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LIRA Outputs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evaluation deliverables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65960" cy="301752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Fit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Match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Experience requirements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Industry/Domain expertise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Functional skills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Education/Credentials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3840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• MEDIUM • 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1371600"/>
            <a:ext cx="1965960" cy="301752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3172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Evaluation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3774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Goal-by-Goal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26974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Revenue/Financial metrics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Pipeline &amp; Efficiency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&amp; Organization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&amp; Operational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3840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• MEDIUM • LOW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1371600"/>
            <a:ext cx="1965960" cy="301752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8912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Traits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23774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Traits Assessment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COGNITIVE (4 traits)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EMOTIONAL (4 traits)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 (4 traits)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AGILITY (3 traits)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0" y="3840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Conviction + Evidence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1371600"/>
            <a:ext cx="1965960" cy="301752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46520" y="2103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Questions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23774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Gap Closure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37960" y="26974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Scorecard Gap Questions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Leadership Trait Questions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Calibration Questions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Behavioral STAR format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3840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Questions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480560"/>
            <a:ext cx="8229600" cy="457200"/>
          </a:xfrm>
          <a:prstGeom prst="roundRect">
            <a:avLst/>
          </a:prstGeom>
          <a:solidFill>
            <a:srgbClr val="1A0D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LIRA is a FACT-FINDER, not a decision-maker. Never provides hiring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Traits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traits across 4 quotients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65960" cy="27432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traits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altitude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orientation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Intellectual curiosity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Commercial acumen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371600"/>
            <a:ext cx="1965960" cy="27432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31720" y="1828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traits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219456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Self-awareness and 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 communication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Attract and retain talent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Circumstances around changes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1965960" cy="27432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1828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traits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19456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drive to excel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Decisiveness w/ accountability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Numbers/target-driven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Risk-taking appetite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1371600"/>
            <a:ext cx="1965960" cy="27432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1828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traits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19456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Growth mindset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Succeeds across contexts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Makes transitions quickly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Conviction Level (HIGH | MEDIUM | LOW) + Supporting/Refuting Evidence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1280160"/>
            <a:ext cx="2743200" cy="54864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Chat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2A2A"/>
                </a:solidFill>
              </a:rPr>
              <a:t>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194560"/>
            <a:ext cx="4572000" cy="914400"/>
          </a:xfrm>
          <a:prstGeom prst="roundRect">
            <a:avLst/>
          </a:prstGeom>
          <a:solidFill>
            <a:srgbClr val="001A0D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LIRA Agent (12 Tools) • Claude Opus 4.5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System Prompt +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2A2A"/>
                </a:solidFill>
              </a:rPr>
              <a:t>▼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86000" y="3566160"/>
            <a:ext cx="1371600" cy="7315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(meta)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3566160"/>
            <a:ext cx="1371600" cy="7315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(files)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3566160"/>
            <a:ext cx="1371600" cy="7315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 I/O)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4389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2A2A"/>
                </a:solidFill>
              </a:rPr>
              <a:t>▼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828800" y="4754880"/>
            <a:ext cx="5486400" cy="54864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800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Output: Screening Fit • Scorecard • Leadership • Questions Bank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LIRA - Leadership Intelligence &amp; Recruitment Assistant</dc:title>
  <dc:subject>Architecture Diagram</dc:subject>
  <dc:creator>LIRA Architecture</dc:creator>
  <cp:lastModifiedBy>LIRA Architecture</cp:lastModifiedBy>
  <cp:revision>1</cp:revision>
  <dcterms:created xsi:type="dcterms:W3CDTF">2026-01-12T17:04:41Z</dcterms:created>
  <dcterms:modified xsi:type="dcterms:W3CDTF">2026-01-12T17:04:41Z</dcterms:modified>
</cp:coreProperties>
</file>